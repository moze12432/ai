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2" r:id="rId10"/>
    <p:sldId id="268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39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3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1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75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31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7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820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4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2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886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692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820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537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712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868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4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6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10" descr="e7d195523061f1c0deeec63e560781cfd59afb0ea006f2a87ABB68BF51EA6619813959095094C18C62A12F549504892A4AAA8C1554C6663626E05CA27F281A14E6983772AFC3FB97135759321DEA3D7047B2D20B121D4E05A6D0F227958A32026FEBB3ABD36322023181A2FF8EA235E789B1C6FF9A70CDD2C90B48B40EB7806F7806DF616AB3CE63"/>
          <p:cNvCxnSpPr/>
          <p:nvPr/>
        </p:nvCxnSpPr>
        <p:spPr>
          <a:xfrm flipH="1" flipV="1">
            <a:off x="1935691" y="4677576"/>
            <a:ext cx="6223636" cy="42201"/>
          </a:xfrm>
          <a:prstGeom prst="line">
            <a:avLst/>
          </a:prstGeom>
          <a:noFill/>
          <a:ln w="19050" cap="flat" cmpd="sng" algn="ctr">
            <a:solidFill>
              <a:srgbClr val="434345"/>
            </a:solidFill>
            <a:prstDash val="solid"/>
            <a:miter lim="800000"/>
          </a:ln>
          <a:effectLst/>
        </p:spPr>
      </p:cxnSp>
      <p:sp>
        <p:nvSpPr>
          <p:cNvPr id="5" name="文本框 11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flipH="1">
            <a:off x="2122503" y="3498251"/>
            <a:ext cx="5616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3200" b="1" dirty="0">
                <a:solidFill>
                  <a:srgbClr val="434345"/>
                </a:solidFill>
                <a:latin typeface="Arial Black" panose="020B0A040201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Gender Detector AI</a:t>
            </a:r>
            <a:endParaRPr lang="zh-CN" altLang="en-US" sz="3200" b="1" dirty="0">
              <a:solidFill>
                <a:srgbClr val="434345"/>
              </a:solidFill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12"/>
          <p:cNvSpPr txBox="1"/>
          <p:nvPr/>
        </p:nvSpPr>
        <p:spPr>
          <a:xfrm>
            <a:off x="618538" y="5066655"/>
            <a:ext cx="3255371" cy="830997"/>
          </a:xfrm>
          <a:prstGeom prst="rect">
            <a:avLst/>
          </a:prstGeom>
          <a:solidFill>
            <a:srgbClr val="434345"/>
          </a:solidFill>
        </p:spPr>
        <p:txBody>
          <a:bodyPr wrap="square" rtlCol="0">
            <a:spAutoFit/>
          </a:bodyPr>
          <a:lstStyle/>
          <a:p>
            <a:pPr defTabSz="914400"/>
            <a:r>
              <a:rPr lang="en-GB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SHEMA N.GISCARD    2217151</a:t>
            </a:r>
          </a:p>
          <a:p>
            <a:pPr defTabSz="914400"/>
            <a:r>
              <a:rPr lang="en-GB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MUKIIBI MOSES          2217144</a:t>
            </a:r>
          </a:p>
          <a:p>
            <a:pPr defTabSz="914400"/>
            <a:r>
              <a:rPr lang="en-GB" altLang="zh-CN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 HOANG LAM         2217006</a:t>
            </a:r>
            <a:endParaRPr lang="en-GB" altLang="zh-CN" sz="20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3"/>
          <p:cNvSpPr txBox="1"/>
          <p:nvPr/>
        </p:nvSpPr>
        <p:spPr>
          <a:xfrm>
            <a:off x="3979673" y="5297487"/>
            <a:ext cx="4523418" cy="369332"/>
          </a:xfrm>
          <a:prstGeom prst="rect">
            <a:avLst/>
          </a:prstGeom>
          <a:solidFill>
            <a:srgbClr val="434345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Submitted to Prof. Mohammed AL-ABSI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4237" t="7371" r="7980" b="16879"/>
          <a:stretch/>
        </p:blipFill>
        <p:spPr>
          <a:xfrm>
            <a:off x="447885" y="554722"/>
            <a:ext cx="3531788" cy="17999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/>
          <p:cNvSpPr txBox="1"/>
          <p:nvPr/>
        </p:nvSpPr>
        <p:spPr>
          <a:xfrm>
            <a:off x="1268361" y="2552238"/>
            <a:ext cx="6890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CN" sz="2400" dirty="0">
                <a:ln w="0"/>
                <a:solidFill>
                  <a:srgbClr val="ED7D31">
                    <a:lumMod val="75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AI &amp; DEEP LEARNING FINAL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1010E7-8246-48C2-CD8C-7A2F59943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509" y="420861"/>
            <a:ext cx="3595795" cy="183505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/>
          <p:cNvSpPr txBox="1"/>
          <p:nvPr/>
        </p:nvSpPr>
        <p:spPr>
          <a:xfrm>
            <a:off x="1728490" y="4293051"/>
            <a:ext cx="6638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GB" sz="2000" dirty="0">
                <a:solidFill>
                  <a:prstClr val="black"/>
                </a:solidFill>
                <a:latin typeface="Arial Black" panose="020B0A04020102020204" pitchFamily="34" charset="0"/>
              </a:rPr>
              <a:t>Using Deep Learning for Gender Classification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  <p:bldP spid="7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6"/>
            <a:ext cx="6354645" cy="3212574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AI tool is designed to detect gender from input images using a deep learning model based on ResNet50 architecture.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Enhance applications such as security, data analytics, and targeted 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To Solve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839" y="2686780"/>
            <a:ext cx="6580787" cy="230800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gender distribution is crucial for user profiling, security, and analytics.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are inefficient and prone to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Is Needed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4787" y="2765438"/>
            <a:ext cx="5223935" cy="2239181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gender detection for better efficiency, reduces human bias, and supports applications in retail, public safety, and personalized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/>
              <a:t>💡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Organized in 'train' and '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folders for structured learning.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Resize images to 224x224, normalize, and convert to tensors.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Runs 10 epochs with Adam optimizer and cross-entropy loss.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Hosted on a Flask-based web app for easy access.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 </a:t>
            </a:r>
            <a:r>
              <a:rPr lang="en-GB" dirty="0"/>
              <a:t>📈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3041174" cy="3444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Hyper-parameters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0.0001</a:t>
            </a:r>
          </a:p>
          <a:p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</a:t>
            </a:r>
          </a:p>
          <a:p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</a:t>
            </a:r>
          </a:p>
          <a:p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10 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93342" y="2490135"/>
            <a:ext cx="3048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</a:t>
            </a:r>
          </a:p>
          <a:p>
            <a:endParaRPr lang="en-GB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to 224x224</a:t>
            </a:r>
          </a:p>
          <a:p>
            <a:pPr>
              <a:buClr>
                <a:schemeClr val="accent1"/>
              </a:buClr>
            </a:pPr>
            <a:endParaRPr lang="en-GB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>
              <a:buClr>
                <a:schemeClr val="accent1"/>
              </a:buClr>
            </a:pPr>
            <a:endParaRPr lang="en-GB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ToTensor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rained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ImageNet dataset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layers deep with residual connections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final layer for binary classification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size: 224x224 RGB images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Binary classification (male/female)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936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Organization </a:t>
            </a:r>
            <a:r>
              <a:rPr lang="en-GB" dirty="0"/>
              <a:t>📁</a:t>
            </a:r>
            <a:br>
              <a:rPr lang="en-GB" dirty="0"/>
            </a:br>
            <a:r>
              <a:rPr lang="en-GB" sz="2200" dirty="0">
                <a:solidFill>
                  <a:srgbClr val="7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Organized dataset ensures proper model training and validation</a:t>
            </a:r>
            <a:endParaRPr sz="2200" dirty="0">
              <a:solidFill>
                <a:srgbClr val="7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28569"/>
            <a:ext cx="6798736" cy="37952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data/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train/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├── male/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│   └── [training images]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female/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   └── [training images]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├── male/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│   └── [validation images]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└── female/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└── [validation images]</a:t>
            </a:r>
          </a:p>
        </p:txBody>
      </p:sp>
    </p:spTree>
    <p:extLst>
      <p:ext uri="{BB962C8B-B14F-4D97-AF65-F5344CB8AC3E}">
        <p14:creationId xmlns:p14="http://schemas.microsoft.com/office/powerpoint/2010/main" val="195342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</a:t>
            </a:r>
            <a:r>
              <a:rPr lang="en-GB" dirty="0"/>
              <a:t>🌐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Flask-based backend server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image processing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prediction results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various image formats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/>
              <a:t>📊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8459" y="2490136"/>
            <a:ext cx="5715548" cy="271113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Retail: Product suggestions based on demographics.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Automated surveillance systems.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Spaces: Anonymized demographic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3867333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3039" y="2598291"/>
            <a:ext cx="5666387" cy="301593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for better generalization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video processing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confidence scores to predictions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for mobile deployment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Results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2" y="2686780"/>
            <a:ext cx="6109657" cy="2927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gender detector AI provides reliable gender identification and enhances decision-making in various sectors.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model demonstrated high validation, accuracy and consistent predictions on test images with robust model performance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92</TotalTime>
  <Words>410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Garamond</vt:lpstr>
      <vt:lpstr>Times New Roman</vt:lpstr>
      <vt:lpstr>Organic</vt:lpstr>
      <vt:lpstr>PowerPoint Presentation</vt:lpstr>
      <vt:lpstr>Introduction </vt:lpstr>
      <vt:lpstr>Problem To Solve</vt:lpstr>
      <vt:lpstr>Why It Is Needed 🔍</vt:lpstr>
      <vt:lpstr>How It Works 💡</vt:lpstr>
      <vt:lpstr>Training Process 📈</vt:lpstr>
      <vt:lpstr>Model Architecture</vt:lpstr>
      <vt:lpstr>Dataset Organization 📁 Organized dataset ensures proper model training and validation</vt:lpstr>
      <vt:lpstr>Web Application 🌐</vt:lpstr>
      <vt:lpstr>Use Cases 📊</vt:lpstr>
      <vt:lpstr>Future Improvements:</vt:lpstr>
      <vt:lpstr>Conclusion and Results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Gender Detector AI</dc:title>
  <dc:subject/>
  <dc:creator/>
  <cp:keywords/>
  <dc:description>generated using python-pptx</dc:description>
  <cp:lastModifiedBy>GISCARD </cp:lastModifiedBy>
  <cp:revision>29</cp:revision>
  <dcterms:created xsi:type="dcterms:W3CDTF">2013-01-27T09:14:16Z</dcterms:created>
  <dcterms:modified xsi:type="dcterms:W3CDTF">2024-11-05T14:25:11Z</dcterms:modified>
  <cp:category/>
</cp:coreProperties>
</file>